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397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D7F008-B062-40AF-F2A3-FFF87FF29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8F06C0D-E138-BC0F-5A1E-273CC21D7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E38DEED-2BCF-DB34-5AEB-162408D7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DD6F4A4-8328-87F8-1A0B-0B433274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34BA2C-5F8C-C4E2-19A8-EFA08AC3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3291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BDB6A1-244F-A3B4-2B35-35E3ED92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D7B7C3E-FA75-591A-1652-D30909AE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D66E592-610E-2941-3939-3A43FAB4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810B267-70D9-9487-60FF-C74B0C4D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9FB420D-59E0-664D-8949-D91C2ECF7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6803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ECB874-E411-1D8A-E75B-D4D6B0F7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AD4F979-1407-B394-B645-D2627BAD9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DE8A62D-355D-D590-043B-5DA0CE14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D46B3B6-2B67-5214-4A3D-442241BD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4B904B6-183F-7CCB-38E0-90224E00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564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BA6FB1F-4F85-F668-36D3-732612FD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ED4C314-66B6-088F-59E5-6C6942B71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3961283-256E-B036-2480-E24840762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4B0760C3-BAE1-8F55-6B48-22C71038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B02AF37-1705-DEDE-081F-B23615CF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C1ECDE5-7498-A77C-3449-231A47D4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615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EC2BFF3-4AB9-CF0A-C6A7-2D09C3E6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1F86150-4FBD-7F0F-8FD9-4E51FC669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F559423-8374-D20A-ACAF-DB62F4FD1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7BD3437-4EC3-1FB2-4E7E-C6E5D7079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EA6C7893-1127-7DF1-ADA0-96EE3D156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B58164C-212E-F0CB-95D7-338F0F35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EAAEDFC-2D2A-24A5-F163-274B4B4F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6B11F3A-AF4B-BD42-0E04-5208224E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664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09D0091-C67C-AE9C-5253-A6D505C2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F7959D88-4E86-1E2D-682F-1B304C22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A225B9DE-431A-6CF4-4CE3-4F664B21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C8212E3-6583-22FA-F961-CF6EAA2B0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5384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D274989A-F2D7-CC66-BE2E-13591F9C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99E3F24A-CD4E-0A07-EA7E-80AFF575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FA6F400-2B6F-DFD1-A870-9CBC9831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427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6500E2-9342-1E37-4B63-AF14D36C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93759B2-6137-4C7E-27AB-1FCB0CF47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D753963-96A0-A401-453D-77BFB642F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1874408-4050-69DE-7A71-F718A524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680C326-71B6-2E84-2228-0DA100E3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DF81F16-2759-5FCB-A6B0-93C83ABC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530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F6EB748-9218-972E-E309-75D57F49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C5A59448-2CC4-14C6-7814-7A98FC267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AD752F8-9001-DF7C-F26F-8205B9DBA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7E000DB-B26B-5331-E0A0-2F6B553B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232A815-AEE6-7AA0-97B3-4ABA1D938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899599F-27B6-8E33-E73C-CEAD433C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832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5FDAB33-7F53-E948-62A9-3B6A67A6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0724FF4-C77E-D86E-C734-56CD0268B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652CC1-F06D-1212-AEC0-04C24CE1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D74F8A0-3A3A-1A3C-9717-6B162F73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78A4AC0-ABA3-112F-C12A-F0CB4105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4094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17B5692-399E-7251-E131-6C85FD243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8631432-4474-2C18-8C29-4BA163795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69412A0-9CE7-54CF-BEA5-C04C5318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8AE1547-5229-84F3-1431-33C0E231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5877704-DDD6-EF89-71F1-82D7DFC3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198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C3BE2960-7530-A45C-C993-8B9D0B12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E034282-A1FC-2EED-E910-DCF046756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CD45AFE-BDA5-37D1-F173-0886491EB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50C0E-87F3-42F7-9C88-607322746BDD}" type="datetimeFigureOut">
              <a:rPr lang="nb-NO" smtClean="0"/>
              <a:t>26.09.2025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D8144DB-FE21-E98B-5EBB-E3691ED50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CB46321-B88F-E9E9-20EC-11BE40F7A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9786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646DF4-F532-F8AF-7B16-8E1035980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 err="1"/>
              <a:t>Microarchitecture</a:t>
            </a:r>
            <a:r>
              <a:rPr lang="nb-NO" dirty="0"/>
              <a:t> and </a:t>
            </a:r>
            <a:r>
              <a:rPr lang="nb-NO" dirty="0" err="1"/>
              <a:t>performance</a:t>
            </a:r>
            <a:r>
              <a:rPr lang="nb-NO" dirty="0"/>
              <a:t> </a:t>
            </a:r>
            <a:r>
              <a:rPr lang="nb-NO" dirty="0" err="1"/>
              <a:t>estimate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059072D-C0E2-EFE7-15B5-F65138B1C1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  <a:p>
            <a:r>
              <a:rPr lang="nb-NO" dirty="0"/>
              <a:t>Group 12</a:t>
            </a:r>
          </a:p>
        </p:txBody>
      </p:sp>
    </p:spTree>
    <p:extLst>
      <p:ext uri="{BB962C8B-B14F-4D97-AF65-F5344CB8AC3E}">
        <p14:creationId xmlns:p14="http://schemas.microsoft.com/office/powerpoint/2010/main" val="288287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9A0FA2-081D-4A0C-797C-2911E4E9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Algorithm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46B6E64-6A12-6013-342A-6D35F7F16A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b-NO" dirty="0" err="1"/>
              <a:t>Blaykley’s</a:t>
            </a:r>
            <a:r>
              <a:rPr lang="nb-NO" dirty="0"/>
              <a:t> </a:t>
            </a:r>
            <a:r>
              <a:rPr lang="nb-NO" dirty="0" err="1"/>
              <a:t>method</a:t>
            </a:r>
            <a:r>
              <a:rPr lang="nb-NO" dirty="0"/>
              <a:t> </a:t>
            </a:r>
          </a:p>
          <a:p>
            <a:r>
              <a:rPr lang="nb-NO" dirty="0" err="1"/>
              <a:t>Why</a:t>
            </a:r>
            <a:r>
              <a:rPr lang="nb-NO" dirty="0"/>
              <a:t>?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26165546-189D-F8A8-D124-87DCC50CCD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32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E284DC-61B7-01B3-887A-27D6F11B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Microarchitecture</a:t>
            </a:r>
            <a:r>
              <a:rPr lang="nb-NO" dirty="0"/>
              <a:t> – RSA </a:t>
            </a:r>
            <a:r>
              <a:rPr lang="nb-NO" dirty="0" err="1"/>
              <a:t>core</a:t>
            </a:r>
            <a:r>
              <a:rPr lang="nb-NO" dirty="0"/>
              <a:t>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D3F77A5-DD45-F733-DDA5-E5E8DF8E52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55446D2-D028-BB1A-8870-1C7A55AA82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2816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E7BFAA-7A08-B5CE-7A9B-3DBC2C1E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Microarchitecture</a:t>
            </a:r>
            <a:r>
              <a:rPr lang="nb-NO" dirty="0"/>
              <a:t> - mult </a:t>
            </a:r>
            <a:r>
              <a:rPr lang="nb-NO" dirty="0" err="1"/>
              <a:t>with</a:t>
            </a:r>
            <a:r>
              <a:rPr lang="nb-NO" dirty="0"/>
              <a:t> mod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00B408-8083-0D4F-67B6-942636CBDE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7D796113-391F-E02B-072A-60E13B3E7D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93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7BCE1B4-E043-69AF-0A7D-BDA86FAE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number of clock cycles for executing the encoding/decoding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6D7467D-EC00-B9CC-1917-52E7311637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D6E9CFA-7569-8835-E4E0-9A33CE35AF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7031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Office-tema</vt:lpstr>
      <vt:lpstr>Microarchitecture and performance estimate</vt:lpstr>
      <vt:lpstr>Algorithm</vt:lpstr>
      <vt:lpstr>Microarchitecture – RSA core </vt:lpstr>
      <vt:lpstr>Microarchitecture - mult with mod</vt:lpstr>
      <vt:lpstr>Estimated number of clock cycles for executing the encoding/decoding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Susanne Gripsgård</dc:creator>
  <cp:lastModifiedBy>Susanne Gripsgård</cp:lastModifiedBy>
  <cp:revision>2</cp:revision>
  <dcterms:created xsi:type="dcterms:W3CDTF">2025-09-26T08:25:57Z</dcterms:created>
  <dcterms:modified xsi:type="dcterms:W3CDTF">2025-09-26T08:54:23Z</dcterms:modified>
</cp:coreProperties>
</file>