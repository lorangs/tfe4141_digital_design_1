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78" d="100"/>
          <a:sy n="78" d="100"/>
        </p:scale>
        <p:origin x="397" y="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tellys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FD7F008-B062-40AF-F2A3-FFF87FF292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78F06C0D-E138-BC0F-5A1E-273CC21D76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b-NO"/>
              <a:t>Klikk for å redigere undertittelstil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0E38DEED-2BCF-DB34-5AEB-162408D74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2DD6F4A4-8328-87F8-1A0B-0B4332747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B34BA2C-5F8C-C4E2-19A8-EFA08AC32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932914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DBDB6A1-244F-A3B4-2B35-35E3ED92A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ED7B7C3E-FA75-591A-1652-D30909AE7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FD66E592-610E-2941-3939-3A43FAB4E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6810B267-70D9-9487-60FF-C74B0C4DE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59FB420D-59E0-664D-8949-D91C2ECF7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968038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el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FECB874-E411-1D8A-E75B-D4D6B0F7E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9AD4F979-1407-B394-B645-D2627BAD9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3DE8A62D-355D-D590-043B-5DA0CE141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FD46B3B6-2B67-5214-4A3D-442241BD4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E4B904B6-183F-7CCB-38E0-90224E005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73564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BA6FB1F-4F85-F668-36D3-732612FDD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0ED4C314-66B6-088F-59E5-6C6942B719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93961283-256E-B036-2480-E24840762D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4B0760C3-BAE1-8F55-6B48-22C710380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2B02AF37-1705-DEDE-081F-B23615CFD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9C1ECDE5-7498-A77C-3449-231A47D47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996151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BEC2BFF3-4AB9-CF0A-C6A7-2D09C3E6D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91F86150-4FBD-7F0F-8FD9-4E51FC669D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DF559423-8374-D20A-ACAF-DB62F4FD1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tekst 4">
            <a:extLst>
              <a:ext uri="{FF2B5EF4-FFF2-40B4-BE49-F238E27FC236}">
                <a16:creationId xmlns:a16="http://schemas.microsoft.com/office/drawing/2014/main" id="{27BD3437-4EC3-1FB2-4E7E-C6E5D7079F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Plassholder for innhold 5">
            <a:extLst>
              <a:ext uri="{FF2B5EF4-FFF2-40B4-BE49-F238E27FC236}">
                <a16:creationId xmlns:a16="http://schemas.microsoft.com/office/drawing/2014/main" id="{EA6C7893-1127-7DF1-ADA0-96EE3D1562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9B58164C-212E-F0CB-95D7-338F0F355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3EAAEDFC-2D2A-24A5-F163-274B4B4F2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46B11F3A-AF4B-BD42-0E04-5208224E0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126640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are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09D0091-C67C-AE9C-5253-A6D505C20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F7959D88-4E86-1E2D-682F-1B304C226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A225B9DE-431A-6CF4-4CE3-4F664B21D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3C8212E3-6583-22FA-F961-CF6EAA2B0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953843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D274989A-F2D7-CC66-BE2E-13591F9C2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99E3F24A-CD4E-0A07-EA7E-80AFF5750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3FA6F400-2B6F-DFD1-A870-9CBC9831B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842743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hold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F6500E2-9342-1E37-4B63-AF14D36CE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93759B2-6137-4C7E-27AB-1FCB0CF474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BD753963-96A0-A401-453D-77BFB642F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F1874408-4050-69DE-7A71-F718A524E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F680C326-71B6-2E84-2228-0DA100E38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ADF81F16-2759-5FCB-A6B0-93C83ABC5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85305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e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F6EB748-9218-972E-E309-75D57F493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bilde 2">
            <a:extLst>
              <a:ext uri="{FF2B5EF4-FFF2-40B4-BE49-F238E27FC236}">
                <a16:creationId xmlns:a16="http://schemas.microsoft.com/office/drawing/2014/main" id="{C5A59448-2CC4-14C6-7814-7A98FC2677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1AD752F8-9001-DF7C-F26F-8205B9DBAE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87E000DB-B26B-5331-E0A0-2F6B553B7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3232A815-AEE6-7AA0-97B3-4ABA1D938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E899599F-27B6-8E33-E73C-CEAD433CC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868329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Loddret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5FDAB33-7F53-E948-62A9-3B6A67A61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F0724FF4-C77E-D86E-C734-56CD0268BA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0F652CC1-F06D-1212-AEC0-04C24CE1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4D74F8A0-3A3A-1A3C-9717-6B162F731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778A4AC0-ABA3-112F-C12A-F0CB4105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940942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drett tit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drett tittel 1">
            <a:extLst>
              <a:ext uri="{FF2B5EF4-FFF2-40B4-BE49-F238E27FC236}">
                <a16:creationId xmlns:a16="http://schemas.microsoft.com/office/drawing/2014/main" id="{C17B5692-399E-7251-E131-6C85FD2438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A8631432-4474-2C18-8C29-4BA1637955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E69412A0-9CE7-54CF-BEA5-C04C53188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D8AE1547-5229-84F3-1431-33C0E2316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5877704-DDD6-EF89-71F1-82D7DFC3F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81984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C3BE2960-7530-A45C-C993-8B9D0B126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6E034282-A1FC-2EED-E910-DCF0467565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CD45AFE-BDA5-37D1-F173-0886491EB4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450C0E-87F3-42F7-9C88-607322746BDD}" type="datetimeFigureOut">
              <a:rPr lang="nb-NO" smtClean="0"/>
              <a:t>26.09.2025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4D8144DB-FE21-E98B-5EBB-E3691ED50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CB46321-B88F-E9E9-20EC-11BE40F7A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F72E50-F424-4076-8EA3-E4C9DA432A04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97864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A646DF4-F532-F8AF-7B16-8E10359801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8059072D-C0E2-EFE7-15B5-F65138B1C1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882871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E9A0FA2-081D-4A0C-797C-2911E4E94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 err="1"/>
              <a:t>Algorithm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46B6E64-6A12-6013-342A-6D35F7F16AC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nb-NO" dirty="0" err="1"/>
              <a:t>Blaykeys</a:t>
            </a:r>
            <a:r>
              <a:rPr lang="nb-NO" dirty="0"/>
              <a:t> </a:t>
            </a:r>
          </a:p>
          <a:p>
            <a:r>
              <a:rPr lang="nb-NO" dirty="0" err="1"/>
              <a:t>Why</a:t>
            </a:r>
            <a:r>
              <a:rPr lang="nb-NO" dirty="0"/>
              <a:t>?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26165546-189D-F8A8-D124-87DCC50CCD4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02322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BE284DC-61B7-01B3-887A-27D6F11BC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 err="1"/>
              <a:t>Microarchitecture</a:t>
            </a:r>
            <a:r>
              <a:rPr lang="nb-NO" dirty="0"/>
              <a:t> – RSA </a:t>
            </a:r>
            <a:r>
              <a:rPr lang="nb-NO" dirty="0" err="1"/>
              <a:t>core</a:t>
            </a:r>
            <a:r>
              <a:rPr lang="nb-NO" dirty="0"/>
              <a:t> 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DD3F77A5-DD45-F733-DDA5-E5E8DF8E52F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E55446D2-D028-BB1A-8870-1C7A55AA82B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5281688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EE7BFAA-7A08-B5CE-7A9B-3DBC2C1E5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 err="1"/>
              <a:t>Microarchitecture</a:t>
            </a:r>
            <a:r>
              <a:rPr lang="nb-NO" dirty="0"/>
              <a:t> mult </a:t>
            </a:r>
            <a:r>
              <a:rPr lang="nb-NO" dirty="0" err="1"/>
              <a:t>with</a:t>
            </a:r>
            <a:r>
              <a:rPr lang="nb-NO" dirty="0"/>
              <a:t> mod </a:t>
            </a:r>
            <a:r>
              <a:rPr lang="en-US" dirty="0"/>
              <a:t>the MSB on the left side and it is stored to memory from 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8000B408-8083-0D4F-67B6-942636CBDE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7D796113-391F-E02B-072A-60E13B3E7D2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891938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7BCE1B4-E043-69AF-0A7D-BDA86FAEC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Estimated number of clock cycles for executing the encoding/decoding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6D7467D-EC00-B9CC-1917-52E73116377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DD6E9CFA-7569-8835-E4E0-9A33CE35AF4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370319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36</Words>
  <Application>Microsoft Office PowerPoint</Application>
  <PresentationFormat>Widescreen</PresentationFormat>
  <Paragraphs>6</Paragraphs>
  <Slides>5</Slides>
  <Notes>0</Notes>
  <HiddenSlides>0</HiddenSlides>
  <MMClips>0</MMClips>
  <ScaleCrop>false</ScaleCrop>
  <HeadingPairs>
    <vt:vector size="6" baseType="variant">
      <vt:variant>
        <vt:lpstr>Brukte skrifter</vt:lpstr>
      </vt:variant>
      <vt:variant>
        <vt:i4>3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Office-tema</vt:lpstr>
      <vt:lpstr>PowerPoint-presentasjon</vt:lpstr>
      <vt:lpstr>Algorithm</vt:lpstr>
      <vt:lpstr>Microarchitecture – RSA core </vt:lpstr>
      <vt:lpstr>Microarchitecture mult with mod the MSB on the left side and it is stored to memory from </vt:lpstr>
      <vt:lpstr>Estimated number of clock cycles for executing the encoding/decoding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Susanne Gripsgård</dc:creator>
  <cp:lastModifiedBy>Susanne Gripsgård</cp:lastModifiedBy>
  <cp:revision>1</cp:revision>
  <dcterms:created xsi:type="dcterms:W3CDTF">2025-09-26T08:25:57Z</dcterms:created>
  <dcterms:modified xsi:type="dcterms:W3CDTF">2025-09-26T08:31:59Z</dcterms:modified>
</cp:coreProperties>
</file>